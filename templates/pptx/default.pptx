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egoe UI"/>
        <a:ea typeface="Microsoft Ya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